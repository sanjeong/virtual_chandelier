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6" r:id="rId3"/>
    <p:sldId id="257" r:id="rId4"/>
    <p:sldId id="258" r:id="rId5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F7C40-3B9E-4A8C-94C2-547FA038FF9F}" type="datetimeFigureOut">
              <a:rPr lang="ko-KR" altLang="en-US" smtClean="0"/>
              <a:t>2018-07-31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59A99-4DB1-492A-8710-CDD9894EC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775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F7C40-3B9E-4A8C-94C2-547FA038FF9F}" type="datetimeFigureOut">
              <a:rPr lang="ko-KR" altLang="en-US" smtClean="0"/>
              <a:t>2018-07-31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59A99-4DB1-492A-8710-CDD9894EC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062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F7C40-3B9E-4A8C-94C2-547FA038FF9F}" type="datetimeFigureOut">
              <a:rPr lang="ko-KR" altLang="en-US" smtClean="0"/>
              <a:t>2018-07-31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59A99-4DB1-492A-8710-CDD9894EC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704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F7C40-3B9E-4A8C-94C2-547FA038FF9F}" type="datetimeFigureOut">
              <a:rPr lang="ko-KR" altLang="en-US" smtClean="0"/>
              <a:t>2018-07-31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59A99-4DB1-492A-8710-CDD9894EC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79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F7C40-3B9E-4A8C-94C2-547FA038FF9F}" type="datetimeFigureOut">
              <a:rPr lang="ko-KR" altLang="en-US" smtClean="0"/>
              <a:t>2018-07-31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59A99-4DB1-492A-8710-CDD9894EC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05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F7C40-3B9E-4A8C-94C2-547FA038FF9F}" type="datetimeFigureOut">
              <a:rPr lang="ko-KR" altLang="en-US" smtClean="0"/>
              <a:t>2018-07-31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59A99-4DB1-492A-8710-CDD9894EC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16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F7C40-3B9E-4A8C-94C2-547FA038FF9F}" type="datetimeFigureOut">
              <a:rPr lang="ko-KR" altLang="en-US" smtClean="0"/>
              <a:t>2018-07-31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59A99-4DB1-492A-8710-CDD9894EC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56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F7C40-3B9E-4A8C-94C2-547FA038FF9F}" type="datetimeFigureOut">
              <a:rPr lang="ko-KR" altLang="en-US" smtClean="0"/>
              <a:t>2018-07-31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59A99-4DB1-492A-8710-CDD9894EC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19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F7C40-3B9E-4A8C-94C2-547FA038FF9F}" type="datetimeFigureOut">
              <a:rPr lang="ko-KR" altLang="en-US" smtClean="0"/>
              <a:t>2018-07-31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59A99-4DB1-492A-8710-CDD9894EC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515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F7C40-3B9E-4A8C-94C2-547FA038FF9F}" type="datetimeFigureOut">
              <a:rPr lang="ko-KR" altLang="en-US" smtClean="0"/>
              <a:t>2018-07-31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59A99-4DB1-492A-8710-CDD9894EC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83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F7C40-3B9E-4A8C-94C2-547FA038FF9F}" type="datetimeFigureOut">
              <a:rPr lang="ko-KR" altLang="en-US" smtClean="0"/>
              <a:t>2018-07-31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59A99-4DB1-492A-8710-CDD9894EC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73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F7C40-3B9E-4A8C-94C2-547FA038FF9F}" type="datetimeFigureOut">
              <a:rPr lang="ko-KR" altLang="en-US" smtClean="0"/>
              <a:t>2018-07-31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59A99-4DB1-492A-8710-CDD9894ECC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328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257FD6-7A00-4C80-8A0D-731814B0ADC8}"/>
              </a:ext>
            </a:extLst>
          </p:cNvPr>
          <p:cNvSpPr txBox="1"/>
          <p:nvPr/>
        </p:nvSpPr>
        <p:spPr>
          <a:xfrm>
            <a:off x="204188" y="1033012"/>
            <a:ext cx="5007006" cy="2333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600" dirty="0" err="1">
                <a:solidFill>
                  <a:schemeClr val="bg1"/>
                </a:solidFill>
              </a:rPr>
              <a:t>버츄어</a:t>
            </a:r>
            <a:r>
              <a:rPr lang="ko-KR" altLang="en-US" sz="3600" dirty="0">
                <a:solidFill>
                  <a:schemeClr val="bg1"/>
                </a:solidFill>
              </a:rPr>
              <a:t> 샹들리에</a:t>
            </a:r>
            <a:endParaRPr lang="en-US" altLang="ko-KR" sz="3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3600" dirty="0">
                <a:solidFill>
                  <a:schemeClr val="bg1"/>
                </a:solidFill>
              </a:rPr>
              <a:t>Virtual Chandelier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</a:rPr>
              <a:t>Accel X </a:t>
            </a:r>
            <a:r>
              <a:rPr lang="en-US" altLang="ko-KR" sz="2400" dirty="0" err="1">
                <a:solidFill>
                  <a:schemeClr val="bg1"/>
                </a:solidFill>
              </a:rPr>
              <a:t>Santech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61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B7DBF0DE-671C-459E-AD04-680DA9F16E33}"/>
              </a:ext>
            </a:extLst>
          </p:cNvPr>
          <p:cNvGrpSpPr/>
          <p:nvPr/>
        </p:nvGrpSpPr>
        <p:grpSpPr>
          <a:xfrm>
            <a:off x="1412531" y="1450065"/>
            <a:ext cx="6318938" cy="3957870"/>
            <a:chOff x="1474524" y="1681709"/>
            <a:chExt cx="6318938" cy="3957870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30986033-A431-4618-9DB2-39618EC7F1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913" t="17823" r="37787" b="18666"/>
            <a:stretch/>
          </p:blipFill>
          <p:spPr>
            <a:xfrm>
              <a:off x="1474524" y="1681709"/>
              <a:ext cx="2581341" cy="3957870"/>
            </a:xfrm>
            <a:prstGeom prst="rect">
              <a:avLst/>
            </a:prstGeom>
          </p:spPr>
        </p:pic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FD5D4E1-A798-4B0B-B906-7287574135DA}"/>
                </a:ext>
              </a:extLst>
            </p:cNvPr>
            <p:cNvCxnSpPr>
              <a:cxnSpLocks/>
            </p:cNvCxnSpPr>
            <p:nvPr/>
          </p:nvCxnSpPr>
          <p:spPr>
            <a:xfrm>
              <a:off x="4353309" y="3660644"/>
              <a:ext cx="1412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7729DBF4-74C0-43D6-BB93-AB87F2CF384E}"/>
                </a:ext>
              </a:extLst>
            </p:cNvPr>
            <p:cNvCxnSpPr>
              <a:cxnSpLocks/>
            </p:cNvCxnSpPr>
            <p:nvPr/>
          </p:nvCxnSpPr>
          <p:spPr>
            <a:xfrm>
              <a:off x="3934561" y="4845362"/>
              <a:ext cx="140228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22B2D05-BF2A-4D1B-8EDC-17415CF5DCFA}"/>
                </a:ext>
              </a:extLst>
            </p:cNvPr>
            <p:cNvCxnSpPr>
              <a:cxnSpLocks/>
            </p:cNvCxnSpPr>
            <p:nvPr/>
          </p:nvCxnSpPr>
          <p:spPr>
            <a:xfrm>
              <a:off x="3496441" y="2475927"/>
              <a:ext cx="153640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8409EDC-7F0C-471D-9A44-0FB09A2D8C87}"/>
                </a:ext>
              </a:extLst>
            </p:cNvPr>
            <p:cNvSpPr txBox="1"/>
            <p:nvPr/>
          </p:nvSpPr>
          <p:spPr>
            <a:xfrm>
              <a:off x="5059670" y="2292920"/>
              <a:ext cx="992480" cy="371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+mj-lt"/>
                </a:rPr>
                <a:t>연결부</a:t>
              </a:r>
              <a:endParaRPr lang="ko-KR" altLang="en-US" dirty="0">
                <a:latin typeface="+mj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42A9C33-1C36-4B20-929C-4FAAFCE549D4}"/>
                </a:ext>
              </a:extLst>
            </p:cNvPr>
            <p:cNvSpPr txBox="1"/>
            <p:nvPr/>
          </p:nvSpPr>
          <p:spPr>
            <a:xfrm>
              <a:off x="5807011" y="3474656"/>
              <a:ext cx="1986451" cy="371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+mj-lt"/>
                </a:rPr>
                <a:t>샹들리에 </a:t>
              </a:r>
              <a:r>
                <a:rPr lang="ko-KR" altLang="en-US" dirty="0" err="1">
                  <a:latin typeface="+mj-lt"/>
                </a:rPr>
                <a:t>상단부</a:t>
              </a:r>
              <a:endParaRPr lang="ko-KR" altLang="en-US" dirty="0">
                <a:latin typeface="+mj-l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443CFAE-B8DC-4B70-A100-07459245EBD9}"/>
                </a:ext>
              </a:extLst>
            </p:cNvPr>
            <p:cNvSpPr txBox="1"/>
            <p:nvPr/>
          </p:nvSpPr>
          <p:spPr>
            <a:xfrm>
              <a:off x="5356222" y="4659659"/>
              <a:ext cx="812167" cy="371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+mj-lt"/>
                </a:rPr>
                <a:t>전구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418C62-CBAA-4492-87B1-D55BD4D579FF}"/>
              </a:ext>
            </a:extLst>
          </p:cNvPr>
          <p:cNvSpPr txBox="1"/>
          <p:nvPr/>
        </p:nvSpPr>
        <p:spPr>
          <a:xfrm>
            <a:off x="7439488" y="6519446"/>
            <a:ext cx="1855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Accel X </a:t>
            </a:r>
            <a:r>
              <a:rPr lang="en-US" altLang="ko-KR" sz="1600" dirty="0" err="1"/>
              <a:t>Santech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33803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5BD9279-F46C-4ECF-94DD-DA5C14A4854E}"/>
              </a:ext>
            </a:extLst>
          </p:cNvPr>
          <p:cNvSpPr txBox="1"/>
          <p:nvPr/>
        </p:nvSpPr>
        <p:spPr>
          <a:xfrm>
            <a:off x="7439488" y="6519446"/>
            <a:ext cx="1855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Accel X </a:t>
            </a:r>
            <a:r>
              <a:rPr lang="en-US" altLang="ko-KR" sz="1600" dirty="0" err="1"/>
              <a:t>Santech</a:t>
            </a:r>
            <a:endParaRPr lang="ko-KR" altLang="en-US" sz="16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BD5E153-6312-434C-A35F-8D13CA27835D}"/>
              </a:ext>
            </a:extLst>
          </p:cNvPr>
          <p:cNvGrpSpPr/>
          <p:nvPr/>
        </p:nvGrpSpPr>
        <p:grpSpPr>
          <a:xfrm>
            <a:off x="961637" y="1589782"/>
            <a:ext cx="7220727" cy="3678437"/>
            <a:chOff x="765495" y="2103243"/>
            <a:chExt cx="7220727" cy="367843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938039D-6B95-4F6C-95A0-E7CFFD3A5E23}"/>
                </a:ext>
              </a:extLst>
            </p:cNvPr>
            <p:cNvSpPr txBox="1"/>
            <p:nvPr/>
          </p:nvSpPr>
          <p:spPr>
            <a:xfrm>
              <a:off x="4121789" y="3129261"/>
              <a:ext cx="1213691" cy="462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dirty="0">
                  <a:latin typeface="+mj-lt"/>
                </a:rPr>
                <a:t>패턴 선택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DBFF8E-FE8F-4898-8BDD-69BB45EB5A41}"/>
                </a:ext>
              </a:extLst>
            </p:cNvPr>
            <p:cNvSpPr txBox="1"/>
            <p:nvPr/>
          </p:nvSpPr>
          <p:spPr>
            <a:xfrm>
              <a:off x="1055620" y="5412348"/>
              <a:ext cx="2208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+mj-lt"/>
                </a:rPr>
                <a:t>샹들리에 하단부</a:t>
              </a: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74B3121-74EA-43C7-9678-FE49FF228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3657" y="2103243"/>
              <a:ext cx="2512565" cy="2514661"/>
            </a:xfrm>
            <a:prstGeom prst="rect">
              <a:avLst/>
            </a:prstGeom>
          </p:spPr>
        </p:pic>
        <p:pic>
          <p:nvPicPr>
            <p:cNvPr id="18" name="그림 17" descr="도끼이(가) 표시된 사진&#10;&#10;높은 신뢰도로 생성된 설명">
              <a:extLst>
                <a:ext uri="{FF2B5EF4-FFF2-40B4-BE49-F238E27FC236}">
                  <a16:creationId xmlns:a16="http://schemas.microsoft.com/office/drawing/2014/main" id="{001E4141-99EC-4C06-BDBB-E8ABD1EAEB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99" t="46623" r="33700" b="6544"/>
            <a:stretch/>
          </p:blipFill>
          <p:spPr>
            <a:xfrm>
              <a:off x="765495" y="2387457"/>
              <a:ext cx="2788920" cy="2408861"/>
            </a:xfrm>
            <a:prstGeom prst="rect">
              <a:avLst/>
            </a:prstGeom>
          </p:spPr>
        </p:pic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E19DBB50-460D-4727-BD7B-BAAF5E6A69EF}"/>
                </a:ext>
              </a:extLst>
            </p:cNvPr>
            <p:cNvCxnSpPr/>
            <p:nvPr/>
          </p:nvCxnSpPr>
          <p:spPr>
            <a:xfrm>
              <a:off x="2159955" y="4647358"/>
              <a:ext cx="0" cy="65148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5C41F04F-9ACE-486B-9A08-58BF33235A5F}"/>
                </a:ext>
              </a:extLst>
            </p:cNvPr>
            <p:cNvCxnSpPr>
              <a:cxnSpLocks/>
            </p:cNvCxnSpPr>
            <p:nvPr/>
          </p:nvCxnSpPr>
          <p:spPr>
            <a:xfrm>
              <a:off x="3373646" y="3360575"/>
              <a:ext cx="74814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446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1930CFB-80A5-4E6A-A76C-C7A8D47BD629}"/>
              </a:ext>
            </a:extLst>
          </p:cNvPr>
          <p:cNvSpPr txBox="1"/>
          <p:nvPr/>
        </p:nvSpPr>
        <p:spPr>
          <a:xfrm>
            <a:off x="7439488" y="6519446"/>
            <a:ext cx="1855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Accel X </a:t>
            </a:r>
            <a:r>
              <a:rPr lang="en-US" altLang="ko-KR" sz="1600" dirty="0" err="1"/>
              <a:t>Santech</a:t>
            </a:r>
            <a:endParaRPr lang="ko-KR" altLang="en-US" sz="16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D39B16F-31A4-458C-A456-D7309EA9E7D6}"/>
              </a:ext>
            </a:extLst>
          </p:cNvPr>
          <p:cNvGrpSpPr/>
          <p:nvPr/>
        </p:nvGrpSpPr>
        <p:grpSpPr>
          <a:xfrm>
            <a:off x="732822" y="1154743"/>
            <a:ext cx="7678356" cy="4548514"/>
            <a:chOff x="515740" y="1357440"/>
            <a:chExt cx="7678356" cy="4548514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9668156-7AE7-46C4-AF9F-DEC091973063}"/>
                </a:ext>
              </a:extLst>
            </p:cNvPr>
            <p:cNvGrpSpPr/>
            <p:nvPr/>
          </p:nvGrpSpPr>
          <p:grpSpPr>
            <a:xfrm>
              <a:off x="2758129" y="3020744"/>
              <a:ext cx="2838027" cy="1465115"/>
              <a:chOff x="4447713" y="3000652"/>
              <a:chExt cx="3181381" cy="1642369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9C257B93-C8D0-42AE-9263-D1999CD67400}"/>
                  </a:ext>
                </a:extLst>
              </p:cNvPr>
              <p:cNvGrpSpPr/>
              <p:nvPr/>
            </p:nvGrpSpPr>
            <p:grpSpPr>
              <a:xfrm>
                <a:off x="4447713" y="3000652"/>
                <a:ext cx="572248" cy="1642369"/>
                <a:chOff x="4536489" y="2911876"/>
                <a:chExt cx="572248" cy="1642369"/>
              </a:xfrm>
            </p:grpSpPr>
            <p:cxnSp>
              <p:nvCxnSpPr>
                <p:cNvPr id="11" name="직선 연결선 10">
                  <a:extLst>
                    <a:ext uri="{FF2B5EF4-FFF2-40B4-BE49-F238E27FC236}">
                      <a16:creationId xmlns:a16="http://schemas.microsoft.com/office/drawing/2014/main" id="{5E84A5C4-C051-4796-BE4A-1A09C9CB36A3}"/>
                    </a:ext>
                  </a:extLst>
                </p:cNvPr>
                <p:cNvCxnSpPr/>
                <p:nvPr/>
              </p:nvCxnSpPr>
              <p:spPr>
                <a:xfrm>
                  <a:off x="5108737" y="2911876"/>
                  <a:ext cx="0" cy="164236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C8376437-B437-4493-90F3-4143B5B0D180}"/>
                    </a:ext>
                  </a:extLst>
                </p:cNvPr>
                <p:cNvGrpSpPr/>
                <p:nvPr/>
              </p:nvGrpSpPr>
              <p:grpSpPr>
                <a:xfrm>
                  <a:off x="4536489" y="2911876"/>
                  <a:ext cx="560460" cy="1642369"/>
                  <a:chOff x="4536489" y="2911876"/>
                  <a:chExt cx="560460" cy="1642369"/>
                </a:xfrm>
              </p:grpSpPr>
              <p:cxnSp>
                <p:nvCxnSpPr>
                  <p:cNvPr id="9" name="직선 연결선 8">
                    <a:extLst>
                      <a:ext uri="{FF2B5EF4-FFF2-40B4-BE49-F238E27FC236}">
                        <a16:creationId xmlns:a16="http://schemas.microsoft.com/office/drawing/2014/main" id="{A0055282-5824-46FC-A579-2351070844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36489" y="2911876"/>
                    <a:ext cx="560460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직선 연결선 15">
                    <a:extLst>
                      <a:ext uri="{FF2B5EF4-FFF2-40B4-BE49-F238E27FC236}">
                        <a16:creationId xmlns:a16="http://schemas.microsoft.com/office/drawing/2014/main" id="{EE853DA4-B3B2-4B53-B381-9CD9081A87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598635" y="4554245"/>
                    <a:ext cx="498314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445DBA-6346-4B8D-B1DA-F2BF64834CB7}"/>
                  </a:ext>
                </a:extLst>
              </p:cNvPr>
              <p:cNvSpPr txBox="1"/>
              <p:nvPr/>
            </p:nvSpPr>
            <p:spPr>
              <a:xfrm>
                <a:off x="5008173" y="3562538"/>
                <a:ext cx="2620921" cy="5185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dirty="0" err="1">
                    <a:latin typeface="+mj-lt"/>
                  </a:rPr>
                  <a:t>상단부</a:t>
                </a:r>
                <a:r>
                  <a:rPr lang="en-US" altLang="ko-KR" dirty="0">
                    <a:latin typeface="+mj-lt"/>
                  </a:rPr>
                  <a:t>-</a:t>
                </a:r>
                <a:r>
                  <a:rPr lang="ko-KR" altLang="en-US" dirty="0">
                    <a:latin typeface="+mj-lt"/>
                  </a:rPr>
                  <a:t>하단부 결합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574AD0C-A662-4F44-8728-112BD4946C80}"/>
                </a:ext>
              </a:extLst>
            </p:cNvPr>
            <p:cNvSpPr txBox="1"/>
            <p:nvPr/>
          </p:nvSpPr>
          <p:spPr>
            <a:xfrm>
              <a:off x="5952989" y="5536622"/>
              <a:ext cx="2059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+mj-lt"/>
                </a:rPr>
                <a:t>패턴 사이 빛 투과</a:t>
              </a: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5EB8C66-D6C7-41FD-A573-BF98B36AC326}"/>
                </a:ext>
              </a:extLst>
            </p:cNvPr>
            <p:cNvCxnSpPr/>
            <p:nvPr/>
          </p:nvCxnSpPr>
          <p:spPr>
            <a:xfrm>
              <a:off x="6982528" y="4835285"/>
              <a:ext cx="0" cy="50602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95E419CB-5950-4D42-A59A-FE156E455F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95" t="10355" r="35805" b="22045"/>
            <a:stretch/>
          </p:blipFill>
          <p:spPr>
            <a:xfrm>
              <a:off x="5770959" y="1481817"/>
              <a:ext cx="2423137" cy="3477006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BCE4CA05-8007-473C-BE8C-7F2A11B81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0" t="10228" r="38989" b="8520"/>
            <a:stretch/>
          </p:blipFill>
          <p:spPr>
            <a:xfrm>
              <a:off x="515740" y="1357440"/>
              <a:ext cx="2067586" cy="41791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9491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32</Words>
  <Application>Microsoft Office PowerPoint</Application>
  <PresentationFormat>Letter 용지(8.5x11in)</PresentationFormat>
  <Paragraphs>13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은빈 서</dc:creator>
  <cp:lastModifiedBy>은빈 서</cp:lastModifiedBy>
  <cp:revision>11</cp:revision>
  <dcterms:created xsi:type="dcterms:W3CDTF">2018-07-31T05:13:35Z</dcterms:created>
  <dcterms:modified xsi:type="dcterms:W3CDTF">2018-07-31T07:09:02Z</dcterms:modified>
</cp:coreProperties>
</file>